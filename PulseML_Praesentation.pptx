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Introduktion til PulseML — præsenter dig selv og projektets formål kort.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Gennemgå tech-stakken. Fremhæv at ONNX Runtime muliggør client-side inference i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Forklar pipeline: download → landmark-ekstraktion → feature-beregning → auto-labeling → vinduer → augmentering →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Forklar LSTM-valget: sekventielle data kræver hukommelse over tid. Dropout og early stopping forhindrer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Beskriv evalueringen. Fremhæv at ONNX-deploy er den stærkeste tekniske del af projektet.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Vær ærlig og reflekteret. Vis at du forstår begrænsningerne — det er en styrke, ikke en svaghed.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9B8E"/>
                </a:solidFill>
              </a:rPr>
              <a:t>Gustav Torup Jacobsen  ·  Maskinlæring Eksamensprojekt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</a:rPr>
              <a:t>PulseML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9B8E"/>
                </a:solidFill>
              </a:rPr>
              <a:t>AI-Powered Workout Tracker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93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9B8E"/>
                </a:solidFill>
              </a:rPr>
              <a:t>Pose-detektion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13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2CC"/>
                </a:solidFill>
              </a:rPr>
              <a:t>MediaPipe registrerer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2CC"/>
                </a:solidFill>
              </a:rPr>
              <a:t>33 krops-nøglepunkter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3493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9B8E"/>
                </a:solidFill>
              </a:rPr>
              <a:t>LSTM-model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813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2CC"/>
                </a:solidFill>
              </a:rPr>
              <a:t>Neuronalt netværk tæller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2CC"/>
                </a:solidFill>
              </a:rPr>
              <a:t>reps i realtid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6253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3493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9B8E"/>
                </a:solidFill>
              </a:rPr>
              <a:t>Leaderboard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813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2CC"/>
                </a:solidFill>
              </a:rPr>
              <a:t>Brugerkonti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2CC"/>
                </a:solidFill>
              </a:rPr>
              <a:t>rangliste med SQLite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B2A"/>
                </a:solidFill>
              </a:rPr>
              <a:t>Anvendte Teknologier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60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4128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MediaPipe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3350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Extracter 33 krops-nøglepunkter pr. frame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75104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Keras / TensorFlow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304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LSTM neuronalt netværk til træning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4436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StandardScaler + train/val/test split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tf2onnx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2428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Eksporterer Keras-model til ONNX-format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060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13248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ONNX Runtime (JS)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13350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Kører modellen client-side i browseren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975104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13248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Svelte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3248" y="2304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Frontend framework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94436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13248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Node.js + Express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13248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Backend REST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913632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13248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SQLite (better-sqlite3)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42428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Database: brugere, scores, leaderboard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E0F2F1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7A70"/>
                </a:solidFill>
              </a:rPr>
              <a:t>📊  Træningsdata: Kaggle-datasæt — 56 pushup-videoer + 23 squat-videoer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Dataforberedelse &amp; Mærkning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72768" cy="16002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87552" y="804672"/>
            <a:ext cx="512064" cy="512064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804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04241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Download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5331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Kaggle-videoer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hasyimabdillah/workoutfitness-video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20824" y="1508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B8E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157984" y="960120"/>
            <a:ext cx="1572768" cy="16002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88336" y="804672"/>
            <a:ext cx="512064" cy="512064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1" name="Text 9"/>
          <p:cNvSpPr/>
          <p:nvPr/>
        </p:nvSpPr>
        <p:spPr>
          <a:xfrm>
            <a:off x="2688336" y="804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9424" y="104241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Keypoints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9424" y="135331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MediaPipe: 6 landmarks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(skuldre, albuer, håndled)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721608" y="1508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B8E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8768" y="960120"/>
            <a:ext cx="1572768" cy="16002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804672"/>
            <a:ext cx="512064" cy="512064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804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50208" y="104241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Features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50208" y="135331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21 features pr. frame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(x, y, visibility + albuevinkler)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22392" y="1508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B8E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59552" y="960120"/>
            <a:ext cx="1572768" cy="16002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804672"/>
            <a:ext cx="512064" cy="512064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23" name="Text 21"/>
          <p:cNvSpPr/>
          <p:nvPr/>
        </p:nvSpPr>
        <p:spPr>
          <a:xfrm>
            <a:off x="6089904" y="804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50992" y="104241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Auto-label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50992" y="135331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Albue &lt;90°→ned  &gt;160°→op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imellem → kasseres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23176" y="1508760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9B8E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60336" y="960120"/>
            <a:ext cx="1572768" cy="160020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90688" y="804672"/>
            <a:ext cx="512064" cy="512064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29" name="Text 27"/>
          <p:cNvSpPr/>
          <p:nvPr/>
        </p:nvSpPr>
        <p:spPr>
          <a:xfrm>
            <a:off x="7790688" y="804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51776" y="1042416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Vinduer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51776" y="135331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Sliding window: 20 frames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Kun rene vinduer beholdes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27889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</a:rPr>
              <a:t>475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5720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2CC"/>
                </a:solidFill>
              </a:rPr>
              <a:t>Rå sekvenser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06040" y="27889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260604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</a:rPr>
              <a:t>1.900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260604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2CC"/>
                </a:solidFill>
              </a:rPr>
              <a:t>Efter augmentering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7889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</a:rPr>
              <a:t>21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75488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2CC"/>
                </a:solidFill>
              </a:rPr>
              <a:t>Features pr. frame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03720" y="2788920"/>
            <a:ext cx="1965960" cy="1005840"/>
          </a:xfrm>
          <a:prstGeom prst="roundRect">
            <a:avLst>
              <a:gd name="adj" fmla="val 9091"/>
            </a:avLst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2834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9B8E"/>
                </a:solidFill>
              </a:rPr>
              <a:t>60/20/20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903720" y="3383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2CC"/>
                </a:solidFill>
              </a:rPr>
              <a:t>Train/Val/Test split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95020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4014216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70"/>
                </a:solidFill>
              </a:rPr>
              <a:t>StandardScaler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normaliserer alle 21 features til mean=0, std=1. Fittet kun på træningsdata for at undgå </a:t>
            </a:r>
            <a:pPr indent="0" marL="0">
              <a:buNone/>
            </a:pPr>
            <a:r>
              <a:rPr lang="en-US" sz="1100" b="1" dirty="0">
                <a:solidFill>
                  <a:srgbClr val="0B7A70"/>
                </a:solidFill>
              </a:rPr>
              <a:t>data-lækage.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 Augmentering: spejling venstre/højre + støj × 2 = 1.900 sekvenser.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LSTM Model-Træning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1A3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424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FCA"/>
                </a:solidFill>
              </a:rPr>
              <a:t>(20 frames × 21 features)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103120" y="14996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9B8E"/>
                </a:solidFill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0B7A7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642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LSTM(64)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836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FCA"/>
                </a:solidFill>
              </a:rPr>
              <a:t>Sekvens-læring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03120" y="21214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9B8E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49424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1630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86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Dropout(0.3)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5054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FCA"/>
                </a:solidFill>
              </a:rPr>
              <a:t>Regularisering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03120" y="27432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9B8E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0B7A7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077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Dense(32, ReLU)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127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FCA"/>
                </a:solidFill>
              </a:rPr>
              <a:t>Ikke-lineær aktivering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03120" y="33649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9B8E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93008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16304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29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Dropout(0.3)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49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FCA"/>
                </a:solidFill>
              </a:rPr>
              <a:t>Regularisering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03120" y="398678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9B8E"/>
                </a:solidFill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1B5E4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513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Dense(1, Sigmoid)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3708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CFCA"/>
                </a:solidFill>
              </a:rPr>
              <a:t>Output: op / ned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00584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0F2535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051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B8E"/>
                </a:solidFill>
              </a:rPr>
              <a:t>Optimizer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1261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Adam  lr=0.001  momentum=0.9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664208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0F2535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170992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B8E"/>
                </a:solidFill>
              </a:rPr>
              <a:t>Tabsfunktion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19202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Binary crossentropy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322576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0F2535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23682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B8E"/>
                </a:solidFill>
              </a:rPr>
              <a:t>Klasse-vægte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578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Balanceret (klasse-ubalance)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980944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0F2535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0266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B8E"/>
                </a:solidFill>
              </a:rPr>
              <a:t>Early stopping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236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patience=5, gendanner bedste vægte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3639312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0F2535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685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B8E"/>
                </a:solidFill>
              </a:rPr>
              <a:t>Max epoker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3895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4297680"/>
            <a:ext cx="4023360" cy="548640"/>
          </a:xfrm>
          <a:prstGeom prst="roundRect">
            <a:avLst>
              <a:gd name="adj" fmla="val 11667"/>
            </a:avLst>
          </a:prstGeom>
          <a:solidFill>
            <a:srgbClr val="0F2535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43434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B8E"/>
                </a:solidFill>
              </a:rPr>
              <a:t>Eksport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4553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tf2onnx → ONNX + Scaler som JSON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Modelevaluering &amp; Resultater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1097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Testset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264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20% af data — aldrig set under træning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0058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78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40680" y="10972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Metrikker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14264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Klassifikationsrapport, forvirringsmatrix, tab/nøjagtighed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Ingen overfitting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7980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Dropout + early stopping virkede effektivt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23774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450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40680" y="2468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ONNX Runtime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2798064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Inferens sker client-side — ingen server kræves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931920"/>
            <a:ext cx="8503920" cy="960120"/>
          </a:xfrm>
          <a:prstGeom prst="roundRect">
            <a:avLst>
              <a:gd name="adj" fmla="val 9524"/>
            </a:avLst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95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9B8E"/>
                </a:solidFill>
              </a:rPr>
              <a:t>Real-time rep-tælling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  fungerer på live webcam-feed. Modellen kører i JavaScript via ONNX Runtime — ingen server-tur pr. frame. Scaler-parametre gemmes som JSON og anvendes identisk i browseren.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Kritisk Evaluering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2A1810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B8E"/>
                </a:solidFill>
              </a:rPr>
              <a:t>⚠️  Cirkulær labeling-logik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426464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EE5"/>
                </a:solidFill>
              </a:rPr>
              <a:t>Labels genereret via albuevinkel-tærskler — den samme logik der kunne anvendes direkte. LSTM lærte at approksimere en regel der allerede eksisterede, og tilføjede kun glatning over 20 frames.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1A1E2A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B8E"/>
                </a:solidFill>
              </a:rPr>
              <a:t>📹  Begrænset generaliseringsevne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426464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EE5"/>
                </a:solidFill>
              </a:rPr>
              <a:t>Træningsdata fra Kaggle: kontrollerede videoer fra siden med god belysning. Modellen generaliserer muligvis dårligt ved andre kameravinkler, belysning eller kropsbygninger.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2A181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B8E"/>
                </a:solidFill>
              </a:rPr>
              <a:t>📉  Lille datasæt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63824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EE5"/>
                </a:solidFill>
              </a:rPr>
              <a:t>Kun 475 rå sekvenser før augmentering. Syntetisk data er ikke erstatning for ægte variation.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0F2B2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B8E"/>
                </a:solidFill>
              </a:rPr>
              <a:t>💡  Hvad burde have været gjort anderledes?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163824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EE5"/>
                </a:solidFill>
              </a:rPr>
              <a:t>Manuelt mærkede data til formkvalitet (god vs. dårlig form) — noget en vinkelgrænse ikke kan detektere, og hvor et LSTM ville give reel merværdi.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8229600" cy="347472"/>
          </a:xfrm>
          <a:prstGeom prst="roundRect">
            <a:avLst>
              <a:gd name="adj" fmla="val 18421"/>
            </a:avLst>
          </a:prstGeom>
          <a:solidFill>
            <a:srgbClr val="0F4F3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645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FFEE"/>
                </a:solidFill>
              </a:rPr>
              <a:t>✅  Styrken: ONNX-deploy er den stærkeste del — reel model-overførsel fra Python-træning til JavaScript-inferens.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PulseML — AI-Powered Workout Tracker</dc:title>
  <dc:subject>PptxGenJS Presentation</dc:subject>
  <dc:creator>Gustav Torup Jacobsen</dc:creator>
  <cp:lastModifiedBy>Gustav Torup Jacobsen</cp:lastModifiedBy>
  <cp:revision>1</cp:revision>
  <dcterms:created xsi:type="dcterms:W3CDTF">2026-06-12T11:22:20Z</dcterms:created>
  <dcterms:modified xsi:type="dcterms:W3CDTF">2026-06-12T11:22:20Z</dcterms:modified>
</cp:coreProperties>
</file>